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FFFFF"/>
                </a:solidFill>
              </a:rPr>
              <a:t>Introduction to Data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Defines how data flows in a system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Helps in organizing data efficiently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Important for scalability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Used in all modern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Module 4 | URK24AI1036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FFFFF"/>
                </a:solidFill>
              </a:rPr>
              <a:t>AWS Well-Architected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Guide for building strong systems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Includes security and reliability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Improves performance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Helps reduce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Module 4 | URK24AI1036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FFFFF"/>
                </a:solidFill>
              </a:rPr>
              <a:t>Modern Data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Uses cloud-based systems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Supports real-time data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Flexible and scalable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Combines lakes and warehouses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Module 4 | URK24AI1036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FFFFF"/>
                </a:solidFill>
              </a:rPr>
              <a:t>Data Pipeline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Reusable design approaches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Batch processing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Streaming pipelines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Lambda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Module 4 | URK24AI1036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FFFFF"/>
                </a:solidFill>
              </a:rPr>
              <a:t>Building Scalable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Handles large data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Ensures fault tolerance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Optimizes cost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Maintains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Module 4 | URK24AI1036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Good design is important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Frameworks guide development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Scalability is key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Strong base for future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Module 4 | URK24AI1036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